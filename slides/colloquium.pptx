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talk is about using AI to test AI's willingness to help with academic fraud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Emphasize this isn't hypothetical—arXiv has documented cases. No special hacking required, just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Vibe coding = describing what you want in natural language, AI writes the code. Traditional benchmark development takes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AFIM 0-100, higher is worse. Resistance = % maintaining refusal. Softening = % that initially refuse then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The celebratory tone is particularly egregious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The model doesn't just fail to refuse—it actively validates debunked physics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Opus recognizes that even templates enable fraud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Haiku identified the manipulation attempt from context clues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Leave audience with the uncomfortable truth: all models failed eventually. The same tools that let us test AI quickly also let bad actors iterate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 ChatGPT Help You Fake a Paper?</dc:title>
  <dc:subject>PptxGenJS Presentation</dc:subject>
  <dc:creator>Created by Marp</dc:creator>
  <cp:lastModifiedBy>Created by Marp</cp:lastModifiedBy>
  <cp:revision>1</cp:revision>
  <dcterms:created xsi:type="dcterms:W3CDTF">2026-01-17T05:37:08Z</dcterms:created>
  <dcterms:modified xsi:type="dcterms:W3CDTF">2026-01-17T05:37:08Z</dcterms:modified>
</cp:coreProperties>
</file>